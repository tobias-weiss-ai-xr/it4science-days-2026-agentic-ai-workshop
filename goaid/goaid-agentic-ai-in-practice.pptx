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Point at the graphic, don't read it. Left: chat = one
question, one answer — the model cannot touch a file. Right: agent =
goal → plan → tools → verify, inside a harness that gives tools and
rules; the amber loop is where the work happens. Lesson from our
courses: 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slide. Pyramid: Spec (WHAT) on top, Contract (HOW)
in the middle, Test (WHEN is it right) as the foundation. The two
columns are two EVERYDAY scenarios, not project jargon: a risky
one-time change (we renamed all domains in production — Case 1) and
proving a promise (login must work for all 15 services — Case 4,
the 59-check SSO suite). Read the table row by row: same three
levels, very different changes — that is why it is a method, not a
trick. All levels live in git, not in heads or chats. Transition:
"How do you get from this 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Walk the graphic: declarative tasks + workers, af fans out
into isolated worktrees, every result passes a gate (exit 0) before
merge; amber path = retry with error memory. UCB1 = workers earn
trust by track record. Demo path: af run --dry-run, af status,
af cost. 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2026-10-06T10:23:19Z</dcterms:created>
  <dcterms:modified xsi:type="dcterms:W3CDTF">2026-10-06T10:23:19Z</dcterms:modified>
</cp:coreProperties>
</file>