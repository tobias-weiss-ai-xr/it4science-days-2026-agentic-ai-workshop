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Expectation management: agents are not finished bots. A
model in a chat window cannot touch a file. The agent = model inside
a frame that gives it tools and rules. Lesson from our courses:
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 — read the table column by column with ONE story
each: column 1 = Case 1 (domain cutover), column 2 = Case 4 (SSO
suite). Point out: all three levels live in git, not in heads or
chats. Work becomes repeatable instead of heroic. Transition: "How do
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Thin by design: drives git and any OpenAI-compatible agent
CLI — default: pi. 71 tests, no network in CI. Demo path:
af run --dry-run shows the dispatch plan, af status is the live
board, af cost shows per-worker trust. Failure memory is underrated:
retries list earlier errors so the agent does not repeat them.
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2026-10-06T09:13:47Z</dcterms:created>
  <dcterms:modified xsi:type="dcterms:W3CDTF">2026-10-06T09:13:47Z</dcterms:modified>
</cp:coreProperties>
</file>