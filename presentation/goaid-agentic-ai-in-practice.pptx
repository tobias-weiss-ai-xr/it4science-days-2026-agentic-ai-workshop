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Set the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Expectation management: agents are not finished bots. A model
in a chat window cannot touch a file. The agent = model inside a frame
that gives it tools and rules. Lesson from our courses (participant
feedback): 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Briefly show or describe pi: opens terminals, reads files,
runs git, calls MCP tools. Plan mode = consent before any change.
Important for the ops crowd: the agent has the same rights I have at
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This slide earns trust with the ops audience: we TESTED the
isolation instead of trusting docs. Two headline findings:
(1) recommended setup = safe against accidents only; (2) documented
hardening crashes pi. What survives: seccomp/noexec, non-root +
no-network, gVisor, and the secrets-broker pattern. THREAT_MODEL.md
has the full matrix with evidence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Core slide — read the table column by column with ONE story
each: column 1 = Case 1 (domain cutover), column 2 = Case 4 (SSO
suite). Point out: all three levels live in git, not in heads or
chats. Transition: "How do you get from this pyramid to a running
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OpenSpec CLI: new change, continue, apply, archive. The flow:
proposal by human or agent, refinement in dialogue, then work through
tasks. Key point: "archive" updates the specs — that is how the docs
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Closes the loop between method and harness: the Spec→
Contract workflow is wired directly into pi. Fresh session in a repo
with openspec/ starts already knowing the change state (auto-injected
context). /opsx-verify before commit is the habit to copy: validate
+ doctor health sweep. 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Tell it live; everyone knows white pages. Point 1: repo/deploy
still hung on old domains + placeholder IdP metadata (by design).
Point 2: TLS termination at the ingress vs. ACS-URL scheme. The agent
needed several probes — but every hypothesis was visible. Afterwards
each root cause became a probe in the test suite. Key line: "Every bug
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This kind of work is boring and important — perfect for
agents. The human defines: what is "done"? (App exists, sync green,
no unmanaged manifests left.) The agent works through the list.
Message to the audience: start with tasks like this, not with
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tool here is agentflow (next slide). This is how the e2e
checks for all SSO clients were built — logout per client type,
session TTL, scopes. A human would have spent weeks clicking through
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Concrete demo path: af run --dry-run shows the dispatch plan,
af status is the live board, af cost shows per-worker trust. Failure
memory is the underrated feature: retries list earlier errors so the
agent does not repeat them. This is the generalization of Case 4 —
the same pattern now runs as a product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three lessons are deliberately phrased for operations.
Token case: a tight spec with 5 acceptance criteria beats a
1000-line prompt. Expectations: from our workshops — people want
"finished bots" and get a tool with rules. Test first: the SSO suite
was built exactly this way (59/0/6, every warning discussed).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transfer slide: the audience should be able to do one
thing tomorrow. Point 1 costs 20 minutes and changes everything —
the agent reads the contract on every start. Point 4: experiences /
spec repo instead of chat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The workshop
deck (3h version)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pi runs with various providers), cost (→ tight specs,
small orders), getting started (→ AGENTS.md + one 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2026-10-06T07:57:33Z</dcterms:created>
  <dcterms:modified xsi:type="dcterms:W3CDTF">2026-10-06T07:57:33Z</dcterms:modified>
</cp:coreProperties>
</file>