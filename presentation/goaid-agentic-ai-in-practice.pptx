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Begrüßung. Satz 1: Ich zeige heute keinen Vortrag ÜBER Agenten,
sondern einen Betrieb, der VON Agenten gebaut und gefahren wird.
30 min Inhalt + 10 min Fragen. Sprache: Deutsch, Begriffe Englisch.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Kontext setzen: Uni Marburg, DevOps. Die Suite läuft produktiv
auf eigenen Bare-Metal-Nodes (SCS-K8s), nicht in einer Public Cloud.
Zwei Richtungen von "AI-infused": (a) die Suite trägt eigene LLM-/K8s-
Ressourcen (k8s/llm), (b) der Betrieb selbst wird agentisch gemacht.
Letzteres ist der Stoff dieses Vortrags.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Nur zeigen, nicht vorlesen. Block 3 ist das Herz — die vier
Fälle sind echte Incidents/Projekte mit Datum und Ergebnis.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Erwartungsmanagement: Agenten sind keine fertigen Bots.
Ein Modell im Chat-Fenster kann keine Datei anfassen. Der Agent =
Modell im Rahmen, der ihm Werkzeuge und Regeln gibt.
Erfahrung aus unseren Kursen (JLU-Feedback): Viele erwarten "fertige
Bots" — diesen Begriff hier sauber 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pi kurz zeigen oder beschreiben: öffnet Terminals, liest
Dateien, führt Git aus, ruft MCP-Tools auf. Plan-Mode = Einwilligung
vor jeder Änderung. Wichtig fürs Publikum aus dem Betrieb: der Agent
hat dieselben Rechte wie ich am Arbeitsplatz — deshalb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Kernfolie der Methode. Die drei Ebenen liegen alle im
Git-Repo, nicht in Köpfen oder Chats. Überleitung: "Wie kommt man von
dieser Pyramide zu einem laufenden Workflow? → OpenSpec."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OpenSpec-Kommandozeile: new change, continue, apply, archive.
Der Ablauf: proposal von Mensch oder Agent, Verfeinerung im Dialog,
dann tasks abarbeiten. Wichtig: "archive" aktualisiert die Specs —
so bleibt die Doku synchron mit dem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Publikum verorten: Wer betreibt sowas ähnliches, kennt die
Bausteine. Ein Login, acht Dienste. Der untere Bullet ist die
Kernspannung des Vortrags: Agenten mit Schreibrechten am
Produktivsystem — wie macht man das verantwortbar? Antwort: die
nächsten vier Fälle.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Der Witz: ohne Spec wäre das eine Woche Handarbeit mit
Angst. Mit Spec: ein Skript mit eingebauten Guards. Idempotenz ist
das Abnahmekriterium — zweites Laufen ändert nichts. Story: beim
ersten Lauf flog die Guard-Prüfung an (ein Verzeichnis zu viel
gematcht) — genau dafür sind Guards 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live erzählen, das publikum kennt weiße seiten. Punkt 1:
Repo/Deploy hingen noch an alten Domains + Platzhalter-IdP-Metadaten.
Punkt 2: TLS-Terminierung am Ingress vs. ACS-URL-Schema. Der Agent
brauchte mehrere Probes — aber jede Hypothese war sichtbar. Danach
wurde die Ursache jeweils zur Probe in der Testsuite. Merksatz:
"Jeder gefundene Fehler wird ein Test, bevor er wiederkommt."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Diese Art Arbeit ist langweilig und wichtig — perfekt für
Agenten. Mensch definiert: was ist "fertig"? (App existiert, Sync
grün, kein unmanaged Manifest mehr.) Der Agent arbeitet die Liste
ab. Botschaft an das Publikum:fangen Sie mit so Aufgaben an, nicht
mit "schreib meine Bewerbung".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taskfleet: tasks.json + workers.json, isolierte Worktrees,
automatischer Merge nur bei grünen Gates. Damit wurden die e2e-Checks
für alle SSO-Clients gebaut — Logout je Client-Typ, Session-TTL,
Scopes. Ein Mensch hätte da wochenlang geklickt.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Die drei Lektionen sind bewusst betriebsnah formuliert.
Token-Fall: Eine enge Spec mit 5 Akzeptanzkriterien schlägt einen
1000-Zeilen-Prompt. Erwartungen: aus unseren Workshops — Menschen
wollen "fertige Bots", bekommen ein Werkzeug mit Regeln. Test
zuerst: die SSO-Suite ist genau so entstanden (59/0/6, jede Warnung
besprochen).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Die Übertragungs-Folie: das Publikum soll morgen eine Sache
machen können. Punkt 1 kostet 20 Minuten und verändert alles — der
Agent liest den Contract bei jedem Start. Punkt 4: experiences /
Spec-Repo statt Chat-History.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Nicht vorlesen. Hinweis: der Workshop-Deck (3h-Version) ist
öffentlich — wer tiefer einsteigen will, macht die Übungen selbst.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Q&amp;A. Wahrscheinliche Fragen: Sicherheit/Rechte der Agenten
(→ Contract + Plan-Mode + Tests), Modellwahl (→ Harness unabhängig,
pi läuft mit verschiedenen Providern), Kosten (→ enge Specs, kleine
Aufträge), Einstieg (→ AGENTS.md + eine langweilige Aufgabe).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in Practice</dc:title>
  <dc:subject>PptxGenJS Presentation</dc:subject>
  <dc:creator>Created by Marp</dc:creator>
  <cp:lastModifiedBy>Created by Marp</cp:lastModifiedBy>
  <cp:revision>1</cp:revision>
  <dcterms:created xsi:type="dcterms:W3CDTF">2026-10-06T07:47:11Z</dcterms:created>
  <dcterms:modified xsi:type="dcterms:W3CDTF">2026-10-06T07:47:11Z</dcterms:modified>
</cp:coreProperties>
</file>