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 min) Welcome. Sentence 1: This is not a talk ABOUT agents — it is
the story of an operation that is built and run BY agents.
30 min of content + 10 min of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Set the context: University of Marburg, DevOps. The suite runs
productively on our own bare-metal nodes (SCS-K8s), not in a public
cloud. Two directions of "AI-infused": (a) the suite carries its own
LLM/K8s resources (k8s/llm), (b) the operation itself is done
agentically — the latter is the subject of this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Show, don't read. Block 3 is the heart — the four cases are
real incidents/projects with dates and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Expectation management: agents are not finished bots. A model
in a chat window cannot touch a file. The agent = model inside a frame
that gives it tools and rules. Lesson from our courses (participant
feedback): many expect "ready-made bots" — set that term straight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Briefly show or describe pi: opens terminals, reads files,
runs git, calls MCP tools. Plan mode = consent before any change.
Important for the ops crowd: the agent has the same rights I have at
my workstation — hence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Core slide of the method. All three levels live in the git
repo, not in heads or chats. Transition: "How do you get from this
pyramid to a running workflow? → OpenSpec."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OpenSpec CLI: new change, continue, apply, archive. The flow:
proposal by human or agent, refinement in dialogue, then work through
tasks. Key point: "archive" updates the specs — that is how the docs
stay in sync with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Locate the audience: anyone running something similar knows
these components. One login, eight services. The bottom bullet is the
core tension of this talk: agents with write access on production —
how do you make that accountable? Answer: the next four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 min) The point: without a spec this is a week of manual work and
fear. With a spec: one script with built-in guards. Idempotency is
the acceptance criterion — a second run changes nothing. Story: on
the first run a guard check fired (one directory matched too much) —
exactly what guards are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 min) Tell it live; everyone knows white pages. Point 1: repo/deploy
still hung on old domains + placeholder IdP metadata (by design).
Point 2: TLS termination at the ingress vs. ACS-URL scheme. The agent
needed several probes — but every hypothesis was visible. Afterwards
each root cause became a probe in the test suite. Key line: "Every bug
found becomes a test before it comes back."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This kind of work is boring and important — perfect for
agents. The human defines: what is "done"? (App exists, sync green,
no unmanaged manifests left.) The agent works through the list.
Message to the audience: start with tasks like this, not with
"write my thesis".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 min) taskfleet: tasks.json + workers.json, isolated worktrees,
automatic merge only with green gates. This is how the e2e checks for
all SSO clients were built — logout per client type, session TTL,
scopes. A human would have spent weeks clicking through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The three lessons are deliberately phrased for operations.
Token case: a tight spec with 5 acceptance criteria beats a
1000-line prompt. Expectations: from our workshops — people want
"finished bots" and get a tool with rules. Test first: the SSO suite
was built exactly this way (59/0/6, every warning discussed).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The transfer slide: the audience should be able to do one
thing tomorrow. Point 1 costs 20 minutes and changes everything —
the agent reads the contract on every start. Point 4: experiences /
spec repo instead of chat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Do not read aloud. Note: the workshop deck (3h version) is
public — anyone who wants to go deeper can do the exercises
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(10 min) Q&amp;A. Likely questions: agent permissions/security (→
contract + plan mode + tests), model choice (→ harness is
model-agnostic, pi runs with various providers), cost (→ tight specs,
small orders), getting started (→ AGENTS.md + one boring task).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in Practice</dc:title>
  <dc:subject>PptxGenJS Presentation</dc:subject>
  <dc:creator>Created by Marp</dc:creator>
  <cp:lastModifiedBy>Created by Marp</cp:lastModifiedBy>
  <cp:revision>1</cp:revision>
  <dcterms:created xsi:type="dcterms:W3CDTF">2026-10-06T07:49:05Z</dcterms:created>
  <dcterms:modified xsi:type="dcterms:W3CDTF">2026-10-06T07:49:05Z</dcterms:modified>
</cp:coreProperties>
</file>